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368000"/>
            <a:ext cx="1008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A2744"/>
                </a:solidFill>
                <a:latin typeface="Calibri"/>
              </a:rPr>
              <a:t>Weibull-модель выживаемости
и латентная модель выживаемости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222222"/>
                </a:solidFill>
                <a:latin typeface="Calibri"/>
              </a:rPr>
              <a:t>Краткое русское объяснение основных параметров и чтения кривых S(t)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" y="3960000"/>
            <a:ext cx="95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B36A00"/>
                </a:solidFill>
                <a:latin typeface="Calibri"/>
              </a:rPr>
              <a:t>Иллюстративные параметры на графиках можно заменить на ваши реальные оценки из модели.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25999"/>
            <a:ext cx="114732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Слайд 1 — Классическая Weibull-модель выживаемости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Что задаёт модель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Функция выживания: S(t) = exp(-(t/η)^β).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β — параметр формы: β &lt; 1 ранние отказы, β ≈ 1 случайные отказы, β &gt; 1 износ.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η — параметр масштаба (characteristic life): при t = η имеем S(t) = e^-1 ≈ 36.8%.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Средняя наработка E[T] и медиана B50 обычно не совпадают: это разные характеристики ресурса.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3851999"/>
            <a:ext cx="432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Что отмечено на кривой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B10 = 103 д: к этому сроку отказало ~10% парка.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B50 = 334 д: медианный срок службы.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η = 420 д: characteristic life, S(η) ≈ 36.8%.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E[T] = 377 д: средняя наработка до отказа.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S(180) = 0.77: надёжность на выбранном миссионном горизонте.</a:t>
            </a:r>
          </a:p>
        </p:txBody>
      </p:sp>
      <p:pic>
        <p:nvPicPr>
          <p:cNvPr id="6" name="Picture 5" descr="weibull_single_curv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48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0000" y="5832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B36A00"/>
                </a:solidFill>
                <a:latin typeface="Calibri"/>
              </a:rPr>
              <a:t>Иллюстративный пример: β = 1.60, η = 420 д. При β &gt; 1 риск отказа растёт по мере старения.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25999"/>
            <a:ext cx="114732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744"/>
                </a:solidFill>
                <a:latin typeface="Calibri"/>
              </a:rPr>
              <a:t>Слайд 2 — Латентная Weibull-модель: смесь скрытых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2000"/>
            <a:ext cx="12193200" cy="28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864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Идея модели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Одна наблюдаемая популяция может состоять из нескольких скрытых подгрупп с разной надёжностью.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Смесь выживаемости: S(t) = π·S1(t) + (1-π)·S2(t).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— доля short-life класса; у каждого класса свои β_k и η_k.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Модель удобна, когда часть фонда умирает рано, а другая часть имеет нормальный ресурс.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3816000"/>
            <a:ext cx="4320000" cy="24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5C99"/>
                </a:solidFill>
                <a:latin typeface="Calibri"/>
              </a:rPr>
              <a:t>Как читать параметры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π = 0.35: доля скрытого класса ранних отказов.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1: β1 = 0.85, η1 = 120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Класс 2: β2 = 1.90, η2 = 420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B50 смеси = 251 д, E[T] смеси = 288 д.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P(ранний класс | отказ на 90 дн.) = 0.63.</a:t>
            </a:r>
          </a:p>
        </p:txBody>
      </p:sp>
      <p:pic>
        <p:nvPicPr>
          <p:cNvPr id="6" name="Picture 5" descr="weibull_latent_curve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900000"/>
            <a:ext cx="6552000" cy="48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0000" y="5832000"/>
            <a:ext cx="655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B36A00"/>
                </a:solidFill>
                <a:latin typeface="Calibri"/>
              </a:rPr>
              <a:t>Иллюстративный пример: смесь short-life и normal-life классов. Общая кривая может быть изогнутой сильнее, чем у одной Weibull-модели.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