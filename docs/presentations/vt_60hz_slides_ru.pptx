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111132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2744"/>
                </a:solidFill>
                <a:latin typeface="Calibri"/>
              </a:rPr>
              <a:t>Статистический Анализ Отказов ЭЦН.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20000"/>
            <a:ext cx="11113200" cy="30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Эсплуатация ЭЦН с повышеной частотой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Источники: docs/vt_60hz_analysis_ru.md + docs/survival_analysis_report.md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Данные для частотного блока: mart__vt_freq55, 2 634 прогонов, 1 527 отказов, 22 месторождения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Данные для латентной модели: authoritative survival fit на ttf_true_best_days для Global, Vt, Ya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Центральный вопрос: меняет ли повышенная частота ресурс ЭЦН сама по себе, или она лишь усиливает уже неблагоприятную среду и нестабильный режим?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Для итоговой операционной интерпретации основной дефиницией высокой частоты берём Y = days(freq&gt;55) / total_time &gt; 0.5.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При этой дефиниции универсального штрафа по ресурсу для Vt не видно: TTF_true медиана 151 -&gt; 171 дн., Cox HR 0.96, p=0.83.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Mean-прокси near-60 (mean &gt; 58 Гц) выглядит хуже: глобально HR=1.31, p=0.024; в Vt направление тоже неблагоприятно, но выборка мала.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Vt живёт хуже Global не из-за более высокой средней частоты: у Vt ниже средняя частота, но выше H2S, больше ранних отказов и тяжелее структура категорий.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Фиксированного бюджета TRF нет: Kruskal-Wallis p=0.0001, AFT coef ln(freq)=-0.30, а не -1.0.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Практически главный риск в Vt находится в окне первых 90 дней: кабель, засорение РО и ПЭД формируют основной ранний ущерб.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Данные и Метод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Главная проблема данных: TTF по календарным дням грубый; поэтому в survival-блоке используется ttf_true_best_days.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Категории отказов собраны из текстовых полей отказавшего узла, элемента, характера неисправности и причины отказа.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Основная high-frequency дефиниция в этом deck: Y &gt; 0.5, то есть более половины наблюдаемого времени выше 55 Гц.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Mean-дефиниция оставлена как sensitivity-check, потому что она частично подмешивает cycling и нестабильность режима.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Логика deck: сначала читаем выживаемость и скрытую смесь, потом проверяем, что делает частота, и только потом решаем, какая дефиниция частоты лучше для управления.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49200"/>
          <a:ext cx="11401200" cy="9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Блок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использовано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Зачем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Частотный анализ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mart__vt_freq55, 2 634 прогонов, 1 527 отказов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Survival, Cox, TRF, частотные определения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Латентная модель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authoritative fit на ttf_true_best_days: Global 2 124, Vt 310, Ya 1 109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Скрытые компоненты жизни и квантили B10/B50/B90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Категории отказов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Новый классификатор в 7 классов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Кабель, ПЭД, вал, НКТ, РО, гидрозащита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Kaplan-Meier И Латентная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Kaplan-Meier отвечает на вопрос: как меняется вероятность дожить до времени t без отказа.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Медиана KM: момент, где S(t)=0.5; для скрытой смеси удобнее смотреть также B10, B50, B90.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Латентная Weibull-смесь разделяет фонд на быстрый/случайный компонент и компонент износа.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Для Vt mixture B50 ≈ 145 дн., для Global ≈ 238 дн., для Ya ≈ 263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Среднее время жизни более чувствительно к длинному хвосту и цензурированию; в презентации опираемся прежде всего на B50, B90 и веса компонентов.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latent_mixtur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2455570"/>
            <a:ext cx="5978124" cy="2368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Cox PH И Weibull 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x_loglog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04" y="817200"/>
            <a:ext cx="3988992" cy="2991744"/>
          </a:xfrm>
          <a:prstGeom prst="rect">
            <a:avLst/>
          </a:prstGeom>
        </p:spPr>
      </p:pic>
      <p:pic>
        <p:nvPicPr>
          <p:cNvPr id="5" name="Picture 4" descr="p4_weibull_forest_freq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00" y="1111568"/>
            <a:ext cx="5502600" cy="240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16944"/>
            <a:ext cx="11401200" cy="254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Как читать коэффициенты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HR &gt; 1 в Cox PH: риск отказа выше, чем у референсной группы.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HR &lt; 1: риск ниже; важно смотреть доверительный интервал и p-value.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β &lt; 1 в Weibull: доминирует ранний/убывающий риск.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β ≈ 1: почти постоянный случайный риск.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β &gt; 1: накопительный wear-out.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частотных группах глобально β в основном лежит в диапазоне 0.79-0.88, то есть чистого wear-out по частоте не видно.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PH-допущение не идеально: лог-лог кривые расходятся, поэтому Cox интерпретируем направленно, а AFT держим как более устойчивый companion-model.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Weibull 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AFT удобен, когда hazard ratio не выглядит постоянным во времени.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этой задаче AFT не поддерживает гипотезу, что насосы живут до фиксированного числа Hz-days.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Следовательно, TRF полезен как дополнительная ось для long-wear интерпретации, но не как универсальные “часы отказа”.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Практический смысл AFT-результата: при росте частоты жизнь действительно может сокращаться по календарю, но это не похоже на простую модель “один и тот же fixed TRF-budget”.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915200"/>
          <a:ext cx="11401200" cy="9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AFT coef ln(freq) univariate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-0.174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Более высокая частота ускоряет отказ, но слабо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AFT coef ln(freq) + field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-0.302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После поправки на поле эффект усиливается, но далёк от -1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Что значило бы -1.0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Чистый TRF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Удвоение частоты давало бы почти ровно вдвое меньший TTF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Структура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Новый классификатор сводит сырой текст к 7 операционным категориям отказа.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выше доля ПЭД и Засорение РО, а также немного выше доля КЛ.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Global заметнее вклад НКТ, Износ РО и Гидрозащиты.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Это важно для интерпретации частоты: high-frequency режим не действует на “средний насос”, он попадает в уже неравновесную структуру причин.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failure_mix_pies_v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2222120"/>
            <a:ext cx="5978124" cy="2834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Global: Выживаемость При `Y &gt; 0.5`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Базис 50-55 Гц: TTF_true медиана 152 дн., high-frequency Y&gt;0.5: 160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Adjusted Cox для Global, ось TTF_true: HR=1.11, 95% CI 0.93-1.32, p=0.25.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На оси TRF тот же Y&gt;0.5 даёт HR=0.84, p=0.043: high-share wells не выглядят более “слабыми” по накопленной частотной работе.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Значит, стабильная работа выше 55 Гц сама по себе не даёт чистого универсального сигнала деградации.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Для Global частота в определении Y&gt;0.5 выглядит скорее признаком рабочего режима, чем самостоятельным доминирующим driver-а отказа.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hf_share55_ttf_true_days_global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611308"/>
            <a:ext cx="5978124" cy="4056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Global: TRF Анализ И Облако Категорий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Если бы был единый TRF-порог отказа, точки должны были бы collapse-иться к одной линии частоты; этого не видно.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Категории отказов занимают перекрывающиеся зоны в TRF-TTF пространстве.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Следовательно, одна только cumulative frequency не отделяет кабель, ПЭД, вал и засорение в разные “ресурсные” траектории.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Для long-wear интерпретации TRF полезен, но только вместе с химией, failure mix и режимной стабильностью.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ttf_cloud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2415329"/>
            <a:ext cx="5978124" cy="24485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Global: TRF Облако С Химическими Прокси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f_ttf_cloud_prec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227564"/>
            <a:ext cx="5502600" cy="2171015"/>
          </a:xfrm>
          <a:prstGeom prst="rect">
            <a:avLst/>
          </a:prstGeom>
        </p:spPr>
      </p:pic>
      <p:pic>
        <p:nvPicPr>
          <p:cNvPr id="5" name="Picture 4" descr="trf_ttf_cloud_h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00" y="1227564"/>
            <a:ext cx="5502600" cy="2171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16944"/>
            <a:ext cx="11401200" cy="254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При сопоставимом TRF более тяжёлые химические прокси и высокий H2S чаще лежат в зоне меньшего TTF.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эта картина заметнее, чем в среднем по фонду: химия сдвигает облако вниз по времени даже без роста средней частоты.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Поэтому для объяснения long-wear химическая нагрузка информативнее, чем попытка свернуть всё в один TRF-показатель.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Vt Против Global: Базовая Выживаемость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Vt проигрывает Global по выживаемости системно: доля отказов 67% против 58%.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Латентная смесь даёт B50 ≈ 145 дн. для Vt против ≈238 дн. для Global.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выше H2S, выше доля ранних отказов и тяжелее failure mix.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Критично: средняя рабочая частота в Vt ниже глобальной, значит сам разрыв Vt vs Global не объясняется простой “переэксплуатацией по частоте”.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Частота в Vt работает как усилитель, а не как первичный корень проблемы: первичный фон задают химия и структура отказов.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km_vt_vs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646892"/>
            <a:ext cx="5978124" cy="39854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Vt: Выживаемость При `Y &gt; 0.5`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Базис 50-55 Гц: TTF_true медиана 151 дн.; группа Y&gt;0.5: 171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Adjusted Cox для Vt, ось TTF_true: HR=0.96, 95% CI 0.64-1.44, p=0.83.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Ранние отказы по runs: 25.3% -&gt; 20.0%; среди failure-only: 34.4% -&gt; 27.5%.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На оси TRF для Vt также нет штрафа: HR=0.89, p=0.54.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Если business-вопрос звучит как “опасна ли устойчивая работа выше 55 Гц большую часть срока?”, то по текущим данным ответ для Vt нейтральный.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hf_share55_ttf_true_days_vt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611308"/>
            <a:ext cx="5978124" cy="4056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Альтернативная Mean-Дефиниция И Стабильность Режима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Mean-прокси mean &gt; 58 Гц показывает худший результат, чем Y&gt;0.5, потому что он сильнее подбирает нестабильные режимы.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Global inactive-share у mean&gt;58 = 32.5% против 25.3% у Y&gt;0.5; стоп-эпизоды 3.75 против 2.68 на 100 дней.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inactive-share у mean&gt;58 = 33.8% против 24.7% у Y&gt;0.5; стоп-эпизоды 3.19 против 1.77 на 100 дней.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На этом фоне near-60 даёт глобально HR=1.31, p=0.024, а в Vt направленный adverse signal с укорочением порядка 30-35 дней.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Для управленческого решения про sustained high-frequency корректнее использовать Y&gt;0.5; mean-дефиниция частично измеряет не частоту как таковую, а cycling и нестабильность режима.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stability_stop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941650"/>
            <a:ext cx="5978124" cy="33958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Ранние Отказы: Vt И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ilure_stage_skew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48" y="817200"/>
            <a:ext cx="4238304" cy="2991744"/>
          </a:xfrm>
          <a:prstGeom prst="rect">
            <a:avLst/>
          </a:prstGeom>
        </p:spPr>
      </p:pic>
      <p:pic>
        <p:nvPicPr>
          <p:cNvPr id="5" name="Picture 4" descr="failure_stage_skew_v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748" y="817200"/>
            <a:ext cx="4238304" cy="2991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16944"/>
            <a:ext cx="11401200" cy="254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Global ранний skew по категориям есть, но он умеренный и распределён по нескольким причинам.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на горизонтах 30-60 дней сильнее всего переизбыточны КЛ и Засорение РО.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Латентная модель подтверждает это на уровне квантилей: B10 у Vt короче (≈19 дн.), чем у Global (≈26 дн.).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В Vt ранний и “нормальный” компонент смеси ближе друг к другу, чем в Ya, то есть проблема не выглядит как маленькая дефектная подгруппа; это более широкий полевой режим риска.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 и Засорение РО проваливаются раньше всех по времени.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ПЭД не обязательно самый ранний, но именно он продолжает накапливать риск на более длинном горизонте.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По AJ-CIF для Vt: к 90 дню КЛ уже даёт 0.099, а к 365 дню ПЭД доходит до 0.172.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Это даёт практическое разделение: кабель и clogging важнее для первых недель/месяцев, ПЭД важнее для длительной эксплуатации.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846163"/>
            <a:ext cx="5978124" cy="35868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Иерархия Рисков При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243076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1. Базовый риск поля: H2S и химия создают уже укороченную жизнь насоса.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2. При нестабильном near-60 режиме первым усиливается Засорение РО.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3. Следом нарастает электромеханический риск ПЭД; при cycling добавляется риск по валу.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4. Стабильный high-share режим (Y&gt;0.5) не показывает такого же сигнала, поэтому важна не только величина частоты, но и форма режима.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Mean near-60 в Vt даёт резкий перекос в Засорение РО и более высокий вклад ПЭД.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Значит, при переходе к 60 Гц надо контролировать не только паспорт оборудования, но и режим остановок/пусков и среду.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vt_true60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76" y="1805403"/>
            <a:ext cx="5978124" cy="36683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Для итоговой постановки задачи high-frequency режим лучше задавать как Y &gt; 0.5, а не как одно только среднее freq.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TRF полезен как вспомогательная ось long-wear, но фиксированного TRF-ресурса в данных нет.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Основной источник слабой выживаемости Vt — химия, H2S и failure mix; частота лишь меняет силу и форму проявления риска.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Stable high-frequency режим не выглядит универсально вредным; unstable near-60 режим выглядит хуже и сильнее связан с ранним отказом.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Самое ценное окно мониторинга — первые 90 дней после монтажа.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1. Для регулярной отчётности и решений по режиму использовать основную high-frequency дефиницию Y &gt; 0.5.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2. Mean near-60 (mean &gt; 58 Гц) держать как sensitivity-метку нестабильного режима, а не как основной operational KPI.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3. Перед переводом на 60 Гц в Vt проверять связку ПЭД + кабель + H2S + история засорения РО, а не только частоту отдельно.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4. На пилотах при 60 Гц обязательно снимать stop/start profile, ток, температуру и ранние сигналы clogging.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5. Приоритет вмешательств: уменьшить cycling, замедлить ramp-up, усиливать контроль в окне 0-90 дней.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500" i="1">
                <a:solidFill>
                  <a:srgbClr val="B36A00"/>
                </a:solidFill>
                <a:latin typeface="Calibri"/>
              </a:rPr>
              <a:t>Управленческий вывод: не “запрещать 60 Гц вообще”, а отделять устойчивый high-share режим от mean-based нестабильного режима и учитывать, что в Vt главная уязвимость всё равно задаётся средой.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