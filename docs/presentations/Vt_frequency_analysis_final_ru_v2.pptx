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11132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Calibri"/>
              </a:rPr>
              <a:t>Статистический Анализ Отказов ЭЦН.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1113200" cy="28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Эксплуатация ЭЦН с повышенной частотой.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Данные: 2 634 прогонов · 1 527 отказов · 22 месторождения · 2015–2025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Ключевой вопрос: Сокращает ли работа при ~60 Гц наработку на отказ в Vt? На сколько? Что ломается первым?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(30↔65 Гц) опаснее стабильной работы при 60 Гц. Устойчивый режим — нейтрален по данным.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1772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Вопрос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Ответ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Уверенность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Безопасна ли работа &gt;50% времени &gt;55 Гц?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Нейтрально (HR=0.96, +20 дн. TTF)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Опасна ли near-60 Гц (mean &gt;58 Гц) в Vt?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Да — осторожный сигнал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 (n=24)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Насколько сокращается НОО при near-60 Гц?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~30–35 дней по медиане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(90 дн.) при near-60 Гц в Vt?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 — сильнейший сигнал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Есть ли фиксированный Гц·дневной ресурс?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Нет — 4 теста отклонили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Что ломается первым при near-60 Гц в Vt?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 →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фактор риска в Vt?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H₂S-среда &gt; частота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Данные и Метод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Датасет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Определение «высокой частоты» — используемое в данном анализе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Широкое (основное): доля дней выше 55 Гц / всего дней &gt; 50% → 57 прогонов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Узкое (near-60 Гц): среднее freq &gt; 58 Гц → 24 прогона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Базис: среднее freq 50–55 Гц → 92 прогона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Оси времени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TTF_true: от ввода скважины до отказа/цензуры (основная)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best_available_days: TTF_true или run_days — наибольшее покрытие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TRF (50 Гц-экв.): Σ(freq × дней) / 50 — для теста гипотезы бюджета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30564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/>
                <a:gridCol w="57006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Источник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mart__vt_freq55, pump2.db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Период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2015–2025 гг.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Всего прогонов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Отказов (events)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Цензурированных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1 107 (42%)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Уникальных месторождений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 в 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 (16%)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данных: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7 стандартных категорий (по алгоритму классификации)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&lt; 1 → «детская смертность»: риск убывает со временем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= 1 → случайный отказ: постоянный риск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&gt; 1 → накопленный износ: риск нарастает со временем — только ПЭД в Vt!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8468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Отказавший узел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 в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Кабельная линия, ТМС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η=91 дн., β=0.73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(электродвигатель)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η=155 дн., β=1.12 — wear-out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ЭЦН, вал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1, 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ЭЦН, рабочие органы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1, ранний при near-60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НКТ, подвеска, клапаны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Износ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ЭЦН, рабочие органы (износ)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Проблемы данных: TTF и телеметрия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Источники неопределённости TTF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TTF_true вычисляется как разница дат: дата остановки − дата монтажа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Округление до суток → погрешность ±1–3 дня на каждый конец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Задержка фиксации события отказа в базе → систематическое завышение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Часть прогонов: данных телеметрии нет совсем — используется run_days как приближение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Проблема цензурирования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42% прогонов цензурированы (насос работает или снят по плану, не по отказу)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Наивный расчёт среднего TTF без учёта цензурирования даёт занижение реального ресурса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Решение: Kaplan-Meier и Cox PH — методы, корректно учитывающие цензурирование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Телеметрия частоты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19–23% прогонов не имеют достаточной частотной телеметрии (&lt; 10 дней)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Эти прогоны исключены из анализа частоты, но входят в общий KM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Bias: насосы без телеметрии умирают быстро (медиана ~20 дн.) — их отсутствие улучшает выживаемость частотных групп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Kaplan-Meier: выживаемость с цензурированием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показывает кривая KM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S(t) = P(насос жив в момент t) — убывает от 1.0 к 0.0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Вертикальные «ступени» — моменты зафиксированных отказов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Крестики на кривой — цензурированные наблюдения (насос жив на момент анализа)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Медиана TTF = t при S(t) = 0.5 (время, к которому половина насосов уже отказала)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Логранк-тест (log-rank test)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Сравнивает две или более групп по всей кривой, не только по медиане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p &lt; 0.05 → группы статистически различимы (отклоняем H₀ об одинаковой выживаемости)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Малые выборки → широкие ДИ и p &gt; 0.05, даже при большом фактическом разрыве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Медианная разница в 30 дней — клинически значима для операций, даже если p &gt; 0.05.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km_vt_vs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606248"/>
            <a:ext cx="6100055" cy="40667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β и Cox PH: интерпретация параметров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Weibull β — форма функции риска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в Vt: β = 1.12 — единственный wear-out во всём датасете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Cox PH — Hazard Ratio (HR)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HR = 1.34 значит: в группе near-60 Гц мгновенный риск отказа в 1.34× выше базиса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Если HR и 95% CI = [0.71–2.51]: нижняя граница ниже 1 → результат не значим формально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Но направление стабильно (HR &gt; 1 по всем трём осям) → сигнал реален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Cox PH предполагает пропорциональность рисков — нарушение → AFT более надёжен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Weibull AFT — ускорение времени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Коэффициент γ при ln(freq) = −0.17 (глобальный фонд)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Предсказание для чистого TRF-бюджета: γ = −1.0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Реальное значение в 6 раз дальше от −1.0 → TRF-бюджет не работает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3484799"/>
          <a:ext cx="11401200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Физический смысл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ранние химические события; риск убывает со временем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=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Экспоненциальный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Случайные отказы, постоянный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&gt;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Накопленный износ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Усталость, коррозия, деградация; риск нарастает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AFT: модель ускоренного отказа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Принцип AFT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Время отказа в группе с повышенной частотой: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T_HF = T_baseline × exp(β × ln(freq))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= −0.17 → при росте частоты на 20% (50→60 Гц): T_HF = T_base × 1.2^(−0.17) ≈ 0.97 × T_base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Сокращение TTF: примерно 3% от «чистой» частотной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Наблюдаемое сокращение (30–35 дней / 150 дней) ≈ 20–23% → остальное объясняется другими факторами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объясняет разрыв?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AFT подтверждает: частота — общий ускоритель деградации, а не специфический триггер одного механизма.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797198"/>
          <a:ext cx="114012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/>
                <a:gridCol w="57006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Чистый частотный эффект (AFT)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~3–5%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Ускорение накопления TRF (60 Hz = быстрее по времени)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H₂S + GLF среда (конфаундинг)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исключён в near-60 Vt (H₂S ниже!)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Специфика near-60 скважин (cycling, пусковые нагрузки)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~10–15% (гипотеза)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Vt vs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электромеханические отказы (КЛ + ПЭД) = 46% — переизбыток относительно Global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в Vt — единственная категория с wear-out паттерном (β &gt; 1) во всём датасете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 в Vt: наступает рано — η=91 дн. (большинство в первые 3 месяца)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Гидрозащита в Vt недопредставлена — возможно, выходит в составе ПЭД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H₂S разрушает изоляцию ПЭД и КЛ. Это объясняет переизбыток электромеханических отказов в Vt — задолго до вопроса о частоте.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070000"/>
          <a:ext cx="5121144" cy="163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vt_vs_global_fail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Kaplan-Meier по группам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выживаемости по частотным группам (Глобальный фонд)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Базис (50–55 Гц): 715 прогонов, медиана TTF = 152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(&gt;58 Гц): 176 прогонов, медиана TTF = 126 дн. (−26 дн.)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Cox HR (TTF_true) = 1.31 [1.04–1.65], p = 0.024 — статистически значимо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 TRF-оси HR падает до 1.06 (p=0.68) — насосы не теряют суммарный Гц-ресурс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Для Global: near-60 Гц статистически значимо сокращает TTF_true на −26 дней. Это самый надёжный результат (n=176).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ue60_km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латентная смесь Вейбулла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Два режима отказа (K=2 компоненты)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Смесевые квантили жизни (Global)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B50 = 145 дн. — самый низкий из всех полей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Ya: сильная бимодальность (B10=23 дн., B90=1 061 дн.) — два хорошо разделённых режима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Ya показывает типичный «двойной» жизненный цикл: отдельный ранний хвост и долгоживущая основная популяция. В Vt два режима менее разделены.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5121140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ранний/случайный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Химические события, дефекты монтажа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накопленный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Нормальная усталость и механический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29736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Квантиль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B10 (10% умрут 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19.5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23.3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57.3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83.6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(медиана)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950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488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1 061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2_global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TRF как временная ось: физика и 4 теста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Гипотеза TRF-ёмкости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«Насос имеет фиксированный ресурс Гц·дней. При 60 Гц он тратится на 20% быстрее, чем при 50 Гц.»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4 независимых теста — все **отклоняют** гипотезу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Медианный TRF при отказе: Low=4 217, Normal=6 431, High=5 741 Гц·дней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Если бюджет фиксирован → все три должны быть равны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Вывод: Повышенная частота = «ускорение времени», а не «поедание лишнего ресурса». Решения о частоте не нужно принимать в логике «тратим бюджет».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4336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Тест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Kruskal-Wallis: TRF при отказе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 =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Разные группы умирают при разном TRF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Weibull β на TRF-оси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= 0.68–0.79 (все &lt; 1)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Даже в Hz-пространстве: «детская смертность», не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AFT коэфф. при ln(freq)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−0.17 (vs. нужно −1.0)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 6× меньше, чем предсказывает бюджетная модель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Weibull η: Normal vs 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+9–19% дольше прогноза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умирают позже, чем должны по бюджету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rf_50hz_equiv_days_global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569938"/>
            <a:ext cx="6100056" cy="41393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Как читать облако точек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Ось X: ННО — наработка на отказ (дней)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Ось Y: накопленная частота — суммарная частотная нагрузка (Гц·дней)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Диагональные линии: накопл. частота = Гц × ННО → средняя рабочая частота насоса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Точки выше линии 60 Гц: насос работал преимущественно &gt;60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Цвет точки: категория отказа (без «Прочее» и без данных)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видно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Большинство точек сосредоточены в полосе 40–60 Гц-линий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 и ПЭД равномерно распределены по всем частотным зонам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 тяготеет к 60 Гц-линии — согласуется с гидравлической гипотезой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Короткие ННО встречаются при любой частоте — частота не единственный фактор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705299"/>
            <a:ext cx="6100056" cy="38686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 (крупный план)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Ось X ограничена 420 дн. · Ось Y ограничена 20 000 Гц·дней · Линия 50 Гц = 45°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categor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Интерпретация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Кислые скважины (красный): разброс по всей плоскости — H₂S атакует электромеханику независимо от рабочей частоты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Некислые скважины (зелёный): жизнь в среднем длиннее — кластер сдвинут вправо по оси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Обе группы присутствуют на всём диапазоне частотных линий — H₂S и частота действуют независимо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Бинарный порог (Кислый ≥ 3 мг/л) огрубляет картину. Следующий слайд показывает 4 бина прокси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h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705299"/>
            <a:ext cx="6100056" cy="38686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Ось X ограничена 420 дн. · Ось Y ограничена 20 000 Гц·дней · Линия 50 Гц = 45°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h2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прокси (4 бина)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Бины H₂S прокси (мг/л)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видно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&lt;1 мг/л (зелёный): нет выраженного смещения в сторону короткого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&gt;20 мг/л (красный): сконцентрированы в нижней части облака (короткий ННО), преимущественно вдоль линий 50–60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1–20 мг/л (оранжевый): промежуточный паттерн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Механизм: H₂S + высокая температура → необратимая коррозия изоляции ПЭД и КЛ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Дробление H₂S на 4 бина подтверждает: риск нарастает дозозависимо, а не скачком на пороге «Кислый/Некислый».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6100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&lt;нет данных&gt;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Нет данных телеметрии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&lt;1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Высоко кислая — максимальный риск изоляции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rf_vs_ttf_by_h2s_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705299"/>
            <a:ext cx="6100056" cy="38686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прокси (4 бина)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Ось X ограничена 420 дн. · Ось Y ограничена 20 000 Гц·дней · Линия 50 Гц = 45°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h2s_proxy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99" y="817200"/>
            <a:ext cx="575454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Интерпретация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Высокая осадкообразующая нагрузка (тёмно-красный): накапливается вдоль низкочастотных линий (40–50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Механизм: на низкой частоте дебит ниже → скорость потока меньше → осадки оседают → засорение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 высокой частоте осадки уносятся потоком, но возрастает абразивный износ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 между кальцием/хлоридами и P(ранний отказ) = +0.45–0.49 (сильнейший предиктор)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Химия пласта и частота взаимосвязаны: режим выбирается из соображений дебита, а дебит определяет химическую нагрузку. Низкочастотные скважины чаще страдают от осадков; высокочастотные — от абразивного износа.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precipi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705299"/>
            <a:ext cx="6100056" cy="38686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Ось X ограничена 420 дн. · Ось Y ограничена 20 000 Гц·дней · Линия 50 Гц = 45°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precipitat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(ГФ)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Бины газового фактора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показывает облако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Зависимость нелинейна: ГФ 300–700 хуже, чем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Бин ГФ 300–700 концентрирует прогоны из Vt (35%), которые коротко живут из-за H₂S, — а не из-за газа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ГФ &gt;700 доминирован полями с лучшей выживаемостью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Медианная рабочая частота не меняется по бинам ГФ (все ≈50–51 Гц)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Прямой связи «больше ГФ → короче ННО» в данных нет. Наблюдаемые различия конфаундированы составом по полям.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610000"/>
          <a:ext cx="512114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rf_vs_ttf_by_g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707168"/>
            <a:ext cx="6100056" cy="38648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Ось X ограничена 420 дн. · Ось Y ограничена 20 000 Гц·дней · Линия 50 Гц = 45°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gl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40" y="817200"/>
            <a:ext cx="5749863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Газовый фактор: выживаемость и конфаундинг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KM-анализ по ГФ-бинам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Почему ГФ 300–700 выглядит хуже всего?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 этом бине 244 прогона из Vt (35% бина) — поле с H₂S×10 выше нормы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Уберите Vt — разрыв между бинами исчезает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Рабочая частота по всем бинам одинакова (~50–51 Гц) → частота не медиатор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Вывод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ГФ сам по себе не является независимым предиктором ННО при наличии поля как конфаундера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Низкая выживаемость в зоне ГФ 300–700 — это Vt-эффект (H₂S), а не газовый эффект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Для управленческих решений: учитывать поле и H₂S, не ГФ в одиночку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3056400"/>
          <a:ext cx="512114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ГФ-бин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S(90)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S(180)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glf_vs_nno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95099"/>
            <a:ext cx="6100056" cy="28890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Высокочастотные прогоны: &gt;50% рабочего времени выше 55 Гц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Описание группы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Структура отказов при ВЧ-режиме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Слом вала: +9 pp (23.8% vs 14.6%) — повышенный пусковой момент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РО: +8 pp (21.4% vs 13.3%) — высокий дебит, вынос механических примесей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и КЛ: −5–6 pp (отбор скважин с лучшей изоляцией)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Вывод: Стабильная работа &gt;55 Гц большую часть срока — нейтральна по среднему и медианному ННО. Риск смещается к механическим категориям (вал, РО), но не к сокращению общего ресурса.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21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ВЧ-прогоны (&gt;55 Гц &gt;50% вр.)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(50–55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(Vt)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Событий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266 (65.2%)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495 (63.9%)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~160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~152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RMST(365 дн.)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1.11 [≈0.9–1.4]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RMST(365 дн.) Vt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174.4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167.1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hf_runs_km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301099"/>
            <a:ext cx="6100056" cy="26770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 vs Global: выживаемость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Разрыв статистически надёжен: логранк p &lt; 0.001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Средняя частота Vt ниже глобальной — высокая частота не причина отставания Vt!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Главные факторы: H₂S-среда и структура отказов (КЛ + ПЭД переизбыток)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Vt отстаёт от глобального фонда не потому, что работает на высокой частоте, а потому что кислая среда подтачивает изоляцию ещё до любого вопроса о частоте.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8468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00"/>
                <a:gridCol w="2850300"/>
                <a:gridCol w="2850300"/>
                <a:gridCol w="28503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отказов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~200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best_available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~287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−52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 рабочая частота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45.4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49.9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ранних отказов (90 дн.)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Байесовская смесь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Среда Vt: H₂S на порядок выше нормы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Механизм влияния H₂S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H₂S + температура → коррозия изоляции обмоток ПЭД → β = 1.12 (wear-out, нарастающий риск)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H₂S + температура → коррозия изоляции КЛ → η = 91 дн. (ранние отказы кабеля)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 между H₂S и P(ранний отказ): ρ = +0.20, p &lt; 0.001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Химическая нагрузка (Spearman ρ с P(ранний отказ))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Химия пласта — доминирующий предиктор ранних отказов. Частота входит в топ-5, но уступает химии в 3–4 раза.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H₂S (мг/л)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×10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GLF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430800"/>
          <a:ext cx="5121144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Фактор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Кальций (кг/день)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Хлориды (кг/день)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Гипс-прокси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H₂S (мг/л)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+0.204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 частота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vt_vs_global_h2s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461009"/>
            <a:ext cx="6100056" cy="43571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Vt: латентный анализ и анализ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Байесовская смесь Вейбулла (K=2) для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B10 = 19.5 дн., B50 = 145 дн., B90 = 488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Два компонента в Vt менее разделены, чем в Ya — Vt = «смешанная» популяция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частоты (Vt, n=238 с телеметрией)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Нет статистически значимого эффекта частоты (p &gt; 0.05 по всем тестам)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Точечные оценки: high-freq живут дольше — вероятно, эффект отбора (лучшие скважины)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ρ(freq, P_short) = +0.029, p=0.66 — нет связи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 широком определении (&gt;55 Гц большую часть) — Vt не показывает вреда высокой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33200"/>
          <a:ext cx="5121140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Примерно постоянный риск (химия, монтаж)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Нарастающий риск (накопленная деградация)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643200"/>
          <a:ext cx="5121144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TTF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(mean &gt;55 Гц)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Low-freq (mean ≤55 Гц)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149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2_v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Два определения высокой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Ответ на вопрос «опасна ли высокая частота» зависит от того, какой вопрос задаётся.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Физическое объяснение расхождения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Гц (mean &gt;58) → скважины на пределе VFD: высокий дебит, частые пуски/остановки, ударные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&gt;55 Гц большую часть → скважины со стабильной работой без cycling: меньше переходных процессов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30↔65 Гц опаснее, чем стабильные 60 Гц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11401200" cy="21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(mean &gt;58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Широкий (&gt;55 Гц, &gt;50% вр.)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HF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базис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Разрыв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(Vt, TTF_true)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1.34 [0.71–2.51]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90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РО,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вала, 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Near-60 Гц: KM и ранние отказы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ue60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1" y="817200"/>
            <a:ext cx="4467177" cy="3048192"/>
          </a:xfrm>
          <a:prstGeom prst="rect">
            <a:avLst/>
          </a:prstGeom>
        </p:spPr>
      </p:pic>
      <p:pic>
        <p:nvPicPr>
          <p:cNvPr id="5" name="Picture 4" descr="true60_threshold_early_share_ttf_tr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61" y="817200"/>
            <a:ext cx="5158478" cy="304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55392"/>
            <a:ext cx="11401200" cy="250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Доля ранних отказов (от всех отказов, ось TTF_true)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 near-60 Гц в Vt 57% всех насосов отказывают до 3 месяцев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Это не «те же отказы, но чуть раньше» — меняется профиль категорий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Главный практический риск near-60 Гц в Vt — не сокращение среднего ресурса на 30 дней, а то, что каждый второй насос не доживает до 3 месяцев.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5031792"/>
          <a:ext cx="11401194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42"/>
                <a:gridCol w="1628742"/>
                <a:gridCol w="1628742"/>
                <a:gridCol w="1628742"/>
                <a:gridCol w="1628742"/>
                <a:gridCol w="1628742"/>
                <a:gridCol w="1628742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Горизонт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 дней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Стабильность режима: cycling vs стабильная работа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Гипотеза: near-60 Гц ≠ стабильная 60 Гц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Скважины с mean &gt;58 Гц могут работать в режиме cycling (30↔65 Гц):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ВЧ-преобразователь разгоняется до максимума → насос перегружается → останавливается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Каждый пуск → ударная нагрузка на вал и ПЭД → ранние отказы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Эмпирическая проверка по телеметрии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Скважины, стабильно работающие на 60 Гц (широкая дефиниция), дают нейтральный HR=0.96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Скважины с cycling (near-60) дают HR=1.34 и 57% ранних отказов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Рекомендация: Медленный разгон VFD (≥30 сек от 0 до 60 Гц). Минимизировать число пусков/остановок. Стабильный режим при 60 Гц — нейтрален по данным.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15199"/>
          <a:ext cx="5121144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(n≈24)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50–55 Гц (n≈92)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дней &lt;45 Гц от валидных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Выше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Ниже (стабильный режим)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Пропуски телеметрии (остановки)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Меньше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ycling_near60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099199"/>
            <a:ext cx="6100056" cy="308080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Конфаундинг исключён: H₂S в near-60 группе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Проверка: «Скважины near-60 просто самые тяжёлые по среде?»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Вывод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H₂S в near-60 группе в 6 раз ниже, чем в остальном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Статистически значимо (Mann-Whitney p = 0.028)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GLF также не выше в near-60 группе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Near-60 Гц сигнал в Vt нельзя объяснить конфаундингом по H₂S. Near-60 скважины работали в менее агрессивной среде — наблюдаемый эффект на НОО исходит от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в Vt (n=24)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Остальной Vt (n=386)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H₂S (мг/л)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GLF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289.6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326.3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vt_true60_environmen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952350"/>
            <a:ext cx="6100056" cy="33744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Ранние отказы: структура по AJ CIF (Конкурирующие риски)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Кумулятивная вероятность отказа по причинам (Vt) — Аален-Иохансен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 90-му дню 10% насосов Vt отказывают от неисправности кабеля — максимальная ранняя угроза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 году: КЛ + ПЭД вместе дают ~38% накопленной вероятности отказа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«дотягивает» медленнее (wear-out β=1.12) — продолжает накапливаться после 90 дней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Near-60 Гц: причинно-специфический HR (Global, n=130+ near-60)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Near-60 Гц повышает риск равномерно по всем категориям (HR 1.06–1.36) — это общий ускоритель, а не специфический триггер.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 отказа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90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180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365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(кабель)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8988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[0.94–1.95]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[0.91–1.82]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[0.90–1.74]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[0.70–1.59]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aj_cif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26459"/>
            <a:ext cx="6100056" cy="362628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Что убивает в Vt: выживаемость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Weibull-параметры по категориям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— единственный компонент с β &gt; 1 во всём датасете (и в Vt, и в Global)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 с η=91 дн.: половина всех кабельных отказов — до 3 месяцев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Все прочие категории: β &lt; 1, значит риск снижается со временем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Насос, переживший первые 90 дней в Vt, значительно снижает риск отказа КЛ и вала. Но риск ПЭД продолжает нарастать — накопленная деградация изоляции в H₂S-среде.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16800"/>
          <a:ext cx="512114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Wear-out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Риск нарастает — деградация изоляции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Сильная 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Большинство отказов до 3 мес.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пусковые нагрузки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Приходит рано при высоком дебите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km_failure_categories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Иерархия рисков при работе на 60 Гц в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1 — Высокий риск (действовать до перевода на 60 Гц)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Засорение рабочих органов (РО) — +22 pp переизбыток при near-60 Гц (35% vs 13%)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Проверить КВЧ и мехпримеси перед 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Газосепаратор или входной фильтр обязательны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Промывки в первые 90 дней по регламенту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(электродвигатель) — β=1.12 wear-out; +9 pp при near-60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с явным допуском для 60 Гц и H₂S-среды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 сопротивления изоляции при каждом подъёме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2 — Повышенный мониторинг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 (кабель) — #1 причина в Vt (25%), η=91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Класс изоляции для максимального тока на 60 Гц при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Слом вала — +9 pp при широкой HF-дефиниции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(не менее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Избегать прямого пуска на высокой частоте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3 — Стандартный контроль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НКТ, Гидрозащита, Износ РО — явной частотной чувствительности в данных нет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А. Near-60 Гц (mean &gt;58 Гц) в Vt: осторожный неблагоприятный сигнал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TTF сокращается на ~30–35 дней (медиана, best_available и TTF_true)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Cox HR = 1.34 — не значим из-за малой выборки (n=24), но стабильно &gt; 1 по всем осям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57% vs 34% ранних отказов на 90 дн. — наиболее практически значимый сигнал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H₂S в near-60 Vt ниже, чем в остальном Vt → конфаундинг исключён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Near-60 повышает риск по всем категориям равномерно (HR 1.06–1.36)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Б. Широкая дефиниция (&gt;55 Гц, &gt;50% вр.) — нейтральный результат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HR = 0.96, медиана TTF даже на +20 дней длиннее базиса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Ранних отказов меньше (27% vs 34%)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Cycling (near-60) — источник риска; стабильная работа при 60 Гц — нейтральна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В. Независимо от определения частоты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H₂S — сильнее и стабильнее, чем частота (Spearman ρ: H₂S &gt; freq везде)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Фиксированного TRF-бюджета не существует (4 независимых теста, KW p=0.0001)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ПЭД — единственный wear-out компонент (β=1.12) — риск нарастает со временем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КЛ — #1 причина ранних отказов в Vt (CIF@90дн. = 10%)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Проверить рейтинги оборудования до перевода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ПЭД: явный допуск для 60 Гц и концентрации H₂S в Vt; тепловая характеристика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КЛ: класс изоляции для максимального непрерывного тока на 60 Гц при рабочей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Организовать пилотный эксперимент (n слишком мал)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5–10 скважин на 60 Гц vs контрольная группа на 50–55 Гц с сопоставимой средой (низкий H₂S)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Инструментирование: ток ПЭД, температура ПЭД, сопротивление изоляции, перепад давления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Отслеживать отказы на горизонте 30/60/90 дней с фиксацией категории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Отбор скважин для пилота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Приоритет: H₂S &lt; 0.1 мг/л, хорошее состояние обсадной колонны, ПЭД с допуском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Низкий КВЧ и отсутствие истории засорений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 начинать с самых агрессивных скважин по среде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Стабильный режим — не cycling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обязателен (≥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Минимизировать число пусков/остановок при высокой частоте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Стабильная работа при 60 Гц нейтральна; cycling опасен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Мониторинг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57% near-60 рисков —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Контроль: ток ПЭД, температура, R-изоляции, перепад давления на НКТ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РО: мониторить перепад давления с первой недели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